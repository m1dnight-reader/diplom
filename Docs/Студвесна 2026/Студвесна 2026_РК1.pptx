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4" r:id="rId7"/>
    <p:sldId id="263" r:id="rId8"/>
    <p:sldId id="265" r:id="rId9"/>
    <p:sldId id="269" r:id="rId10"/>
    <p:sldId id="267" r:id="rId11"/>
    <p:sldId id="266" r:id="rId12"/>
    <p:sldId id="268" r:id="rId13"/>
    <p:sldId id="258" r:id="rId14"/>
    <p:sldId id="25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A637"/>
    <a:srgbClr val="75C3B3"/>
    <a:srgbClr val="00684D"/>
    <a:srgbClr val="88B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AADB6-2F14-433C-9FDF-575C0C5B6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D979E1-0F21-41E3-84D5-8294B492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D38C31-29D2-4D12-8E39-97A9A4F9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89B3AF-5C3E-403A-A3EB-09AC7DF9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6B79D-42F4-47E0-9A23-C31D00D3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97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3946C-85FF-40F8-8AF9-573971EC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7C7C3-6710-406A-A619-0E45D7FB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D1A485-DC86-4541-A4F6-119DEFCC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4B21A7-9C9F-46B0-82F2-CBF60E9D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78556-5859-40EE-B005-1DC44AF1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50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BB751-473E-4F4D-B21F-433FDBFD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7154D1-A751-4948-9928-75A4BB8C9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938CF1-EDBB-42DF-95C1-59E169C1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C2BAFB-E635-4363-BA9D-4A205025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14F0F2-2F48-4572-A595-865EC81D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54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904CD-5C2E-415F-90AE-1BDE70C6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FECFA4-000A-40BE-8420-CF6BE0A26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30DEC2-D0E2-4920-A4F7-43042B192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5A90C7-7395-4A5B-B001-FCC2DA58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9DDBB2-25A2-4E45-8790-47FFE56A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7A68B-0C31-4243-8C81-FF714961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64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C8380-EE89-4E19-88CA-36FDECD6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7A81C5-7495-4A50-AD92-FF539EF0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FD36AA-942E-4E1B-BB03-B51D775FA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EFDF07-53E5-457E-AE34-278457FD5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A25C0E-A739-428E-AED4-79EAA1142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7A7882E-EB30-458F-9B34-F2F51CE6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A2E9A8-6672-4C32-98A7-A630E853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29BFB3-DFE2-41D8-B3AF-533FD859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32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2F50B-5246-4BC2-9638-18C912BB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3431235-34C1-4AC6-B71F-B1B55C49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E3359B-CCA7-4C9C-A31F-D99C2BCD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ABF55A-DB1B-460B-BACA-3ED7A7A7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30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8B4908E-5710-4840-8385-BCB87837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3C9698-7599-4F27-8113-64651E5B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758A2-8701-4763-8E42-4A1D53B6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02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B5E21-88BC-479C-8772-3F8E13D9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99122-6A74-4D91-8DB4-795FA21CD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79530D-E74E-4BDD-B7F5-3503CDA77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69D16-993C-47D6-826E-21446B03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D49EC4-47AB-467C-9EFD-C9CD296E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B52A32-2FCD-4F09-87AF-8DBE105C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8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44193-A1B3-4727-BFB0-1EB6A1F0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42A3AB-F5E3-4CCD-92D3-919082F7B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BD9890-2148-45BF-AC21-550F1A46E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7C4E0C-13CC-4EF5-AF5C-46D5D3DE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3B2B2-BF31-4578-82F3-A0CB74DB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04E31C-8B5C-48FF-A65B-0D4EF70F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11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5F079-0B5C-428F-A3FC-0CCACC35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1D891C-4D47-4AF1-B4B4-7FCE0444D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B2EA-5916-49BF-844B-D1AB1B6F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890BB7-CA58-41BE-AD89-755CB513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338B8B-107F-4A96-BBF7-0FF7BBE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90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5B9FAC7-D647-473C-BB3C-5A44C3435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54C93D-958A-4782-A75A-AA98E5966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7FE20-2D38-44A7-A6DE-0E88B053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1A99D0-7504-4ACE-9454-75A82298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E5DCCE-6960-42F0-882A-A65EBDEE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3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A4750-2F1D-4E3B-AA83-6374BCDB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5A11E-4039-488E-8388-A6926DD80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B99C01-7FBE-4943-9FAA-C47F40117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360BA-F06A-41A6-BB7D-19E0D17DB8C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5C8CFA-A4A8-48A2-B0C0-FAC689E23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DD7AA1-7761-4F0D-BF5F-34B86AEBD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A2C2-532C-46A3-A498-5AC81FC8E1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5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D05A51-DEB7-4C75-9505-6861ACC607A3}"/>
              </a:ext>
            </a:extLst>
          </p:cNvPr>
          <p:cNvSpPr txBox="1"/>
          <p:nvPr/>
        </p:nvSpPr>
        <p:spPr>
          <a:xfrm>
            <a:off x="1124684" y="1362632"/>
            <a:ext cx="6896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Проектирование редуктора манипулятора с применением САПР Компас 3</a:t>
            </a:r>
            <a:r>
              <a:rPr lang="en-US" sz="4000" dirty="0">
                <a:solidFill>
                  <a:schemeClr val="bg1"/>
                </a:solidFill>
                <a:latin typeface="ALS Sector Bold" panose="02000000000000000000"/>
              </a:rPr>
              <a:t>D</a:t>
            </a:r>
            <a:endParaRPr lang="ru-RU" sz="4000" cap="all" dirty="0">
              <a:solidFill>
                <a:schemeClr val="bg1"/>
              </a:solidFill>
              <a:latin typeface="ALS Sector Bold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E7948-FB39-4C06-81A1-E06454694024}"/>
              </a:ext>
            </a:extLst>
          </p:cNvPr>
          <p:cNvSpPr txBox="1"/>
          <p:nvPr/>
        </p:nvSpPr>
        <p:spPr>
          <a:xfrm>
            <a:off x="1124684" y="3618853"/>
            <a:ext cx="6896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Родионов Глеб Андреевич</a:t>
            </a:r>
          </a:p>
          <a:p>
            <a:endParaRPr lang="ru-RU" sz="2800" dirty="0">
              <a:solidFill>
                <a:schemeClr val="bg1"/>
              </a:solidFill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Руководитель: </a:t>
            </a:r>
            <a:r>
              <a:rPr lang="ru-RU" sz="2800" dirty="0" err="1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к.п.н</a:t>
            </a:r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., доцент</a:t>
            </a:r>
          </a:p>
          <a:p>
            <a:r>
              <a:rPr lang="ru-RU" sz="28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Суркова Нина Григорьевна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358CD-2B4F-4D30-B461-E12B85BC8AF7}"/>
              </a:ext>
            </a:extLst>
          </p:cNvPr>
          <p:cNvSpPr txBox="1"/>
          <p:nvPr/>
        </p:nvSpPr>
        <p:spPr>
          <a:xfrm>
            <a:off x="1179212" y="4027839"/>
            <a:ext cx="689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Группа СМ7-61Б</a:t>
            </a:r>
          </a:p>
          <a:p>
            <a:r>
              <a:rPr lang="ru-RU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+7 916 549 51 46 </a:t>
            </a:r>
            <a:r>
              <a:rPr lang="en-US" sz="1600" dirty="0">
                <a:solidFill>
                  <a:schemeClr val="bg1"/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ga_rodionov@mail.ru</a:t>
            </a:r>
            <a:endParaRPr lang="ru-RU" sz="1600" dirty="0">
              <a:solidFill>
                <a:schemeClr val="bg1"/>
              </a:solidFill>
              <a:latin typeface="ALS Sector Regular" panose="02000000000000000000" pitchFamily="50" charset="0"/>
              <a:cs typeface="ALS Sector Regular" panose="02000000000000000000" pitchFamily="50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D126CA4-6B41-4FD5-80DC-29E40FAE2983}"/>
              </a:ext>
            </a:extLst>
          </p:cNvPr>
          <p:cNvCxnSpPr>
            <a:cxnSpLocks/>
          </p:cNvCxnSpPr>
          <p:nvPr/>
        </p:nvCxnSpPr>
        <p:spPr>
          <a:xfrm>
            <a:off x="2348406" y="3492134"/>
            <a:ext cx="41719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3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C7600-718A-40BE-9390-359E5BB124F9}"/>
              </a:ext>
            </a:extLst>
          </p:cNvPr>
          <p:cNvSpPr txBox="1"/>
          <p:nvPr/>
        </p:nvSpPr>
        <p:spPr>
          <a:xfrm>
            <a:off x="115824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Цели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4DDFB-6138-42CB-884D-6A44F87E0B67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6E254-9F34-4B02-B1E8-ABE23055C210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D9663-63EB-490A-90E1-B8DE5F71CCD1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832488-B9A6-4B2B-B371-23478D7316D8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215035-8FF4-40A2-90AD-6F4427CE7104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44C0B-E89E-486D-9A4D-8563F07D85EC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48030D-F496-46A6-A237-4FAE5EB898C6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5289D93-B5F0-486E-962A-80FE3E95B56F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223CC02-0AD1-4CFB-9B35-0AAA4BFD82DC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7DD3F59-6B88-48C9-B6FA-9FA5F08E5018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1B2E87-A103-4766-A7B5-460121FC5CA9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</p:spTree>
    <p:extLst>
      <p:ext uri="{BB962C8B-B14F-4D97-AF65-F5344CB8AC3E}">
        <p14:creationId xmlns:p14="http://schemas.microsoft.com/office/powerpoint/2010/main" val="342306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37940-9872-E673-CCA7-1C57B4A0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74618F-DAFA-8C78-2A1B-7B0991344B69}"/>
              </a:ext>
            </a:extLst>
          </p:cNvPr>
          <p:cNvSpPr txBox="1"/>
          <p:nvPr/>
        </p:nvSpPr>
        <p:spPr>
          <a:xfrm>
            <a:off x="1158239" y="1588785"/>
            <a:ext cx="31033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Складской манипулятор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AD17D-4D88-DE48-22DC-652EA7E7FA1F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66471-0A4E-A06F-B61D-599999955FB5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D0FBE-A5C4-A0A8-4B2F-5B6FD149BBAD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C17700-07DE-FDE8-4B5A-26644E6E252F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1B70E5-2BE3-50BD-B1D8-90675504EEAF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861F687-B079-C460-1F0E-DFA365AE9E5C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D894B4B-84AA-2F7C-B75C-1AD1A235BA99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AB907D0-1F8C-E497-0C81-476FA56BC1C1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4C9C82-4315-8357-4443-61B29A916190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AE5D43-6B1E-5F70-02B0-C587EF7D2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011" y="2026511"/>
            <a:ext cx="3048000" cy="20909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BDA90D-20F8-37EC-32B8-5426D41FD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298" y="3024572"/>
            <a:ext cx="3649363" cy="205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7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3462F-04E6-75AE-5F7B-937BDAB8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F114AB-3579-8581-9EB8-AF648FE553E7}"/>
              </a:ext>
            </a:extLst>
          </p:cNvPr>
          <p:cNvSpPr txBox="1"/>
          <p:nvPr/>
        </p:nvSpPr>
        <p:spPr>
          <a:xfrm>
            <a:off x="1158240" y="1588785"/>
            <a:ext cx="4089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Мировые аналоги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1FD2E3-60D0-4E83-AA59-54674D7C773E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931A1-3D9A-8750-627F-44B5930DF35B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+ преимущества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37851-A2A8-39E3-0E5C-353E8F70720B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8892E-6A79-EB9F-073B-7E2A2C2C519A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123EAD-1DE6-2568-C254-9739B9FCE089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2FA00-21A1-E90E-1573-807973BE078D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02F4B6-439C-F8D9-C80C-0A5C370E1E7E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A24B5F-F4E3-8684-484B-E3A035030C90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165A444-BECC-B26A-37AB-73B8DA20F75E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FD1874-3761-C28D-F427-A5DC88353D9D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C9AB7-DB70-F023-9D97-B1E375C387A7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167E1E-0871-25C6-5D95-3797D5624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584" y="2623919"/>
            <a:ext cx="6013508" cy="33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4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0A94D-526F-2C25-6F28-EEA808C4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7A445DD-E5BD-C743-8130-23CA55A528C2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71187-385F-9C7E-139A-58C4E4278206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92C103-6E0F-9208-B11F-BFA1F9F96AA4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6A083D-F59E-81B0-09C0-27449885530E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50F8DC-A719-8862-28A5-BA79533F0899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1490D7-FD4F-DC26-C414-B0FA0AF7B175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ADB9FC-2827-43F1-769D-350D0D4D53FF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EDDD375-9E8E-6B42-422E-D4ECB628D65E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DE84262-B629-2F89-27FF-9C11C6E8652C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53B66DE-0EED-08D1-4A49-3515DBB8761E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C6F17B-F5E1-EC61-07F0-D5768AE44E0B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B996E-1ACA-3E27-D231-39C149A3F164}"/>
              </a:ext>
            </a:extLst>
          </p:cNvPr>
          <p:cNvSpPr txBox="1"/>
          <p:nvPr/>
        </p:nvSpPr>
        <p:spPr>
          <a:xfrm>
            <a:off x="1158240" y="1452018"/>
            <a:ext cx="40890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Планетарный редуктор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  <p:pic>
        <p:nvPicPr>
          <p:cNvPr id="25" name="Picture 14" descr="http://www.f-lohmueller.de/pov_anim/engineering/Cog_Wheel_In_100_51c.gif">
            <a:extLst>
              <a:ext uri="{FF2B5EF4-FFF2-40B4-BE49-F238E27FC236}">
                <a16:creationId xmlns:a16="http://schemas.microsoft.com/office/drawing/2014/main" id="{ABED25E8-7FC4-8245-2888-E1DB17636BC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0385946">
            <a:off x="3296852" y="2883143"/>
            <a:ext cx="3824287" cy="286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E2115A-2D7C-1FB6-649B-204F50557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081" y="1110591"/>
            <a:ext cx="52387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53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45967-3B63-FE36-EF05-C4FE0F66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88137E2-C81F-7607-02A8-4A0BA3A0F6FE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11415-BA4F-FFE7-1C66-486534428CD9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8BC07-587D-16F3-165C-51532525ECF4}"/>
              </a:ext>
            </a:extLst>
          </p:cNvPr>
          <p:cNvSpPr txBox="1"/>
          <p:nvPr/>
        </p:nvSpPr>
        <p:spPr>
          <a:xfrm>
            <a:off x="1158240" y="2790960"/>
            <a:ext cx="2590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Техническое задание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Расчет редуктора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Моделирование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Создание КД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3401DF5-4311-AFB8-E93E-77870EB2AFE8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98B7E64-C60F-4E41-A219-0DE515FDFC2B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DBC174D-7BE5-B04A-B60E-10BA9B36EB83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047A195-D2DB-BEAC-0D60-344174F02A0A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BD2F1A-B218-D7C1-D99E-FA0E743EBADC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5926C-7563-D1EA-3471-062E06D71BA5}"/>
              </a:ext>
            </a:extLst>
          </p:cNvPr>
          <p:cNvSpPr txBox="1"/>
          <p:nvPr/>
        </p:nvSpPr>
        <p:spPr>
          <a:xfrm>
            <a:off x="1158240" y="1452018"/>
            <a:ext cx="40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Разработка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44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A7E9D-3D1A-372C-8F24-FCAC9F6EC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D550CD6-F0EC-943D-5A06-E5224604ACF2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94A315-103A-1788-8AEF-E3CF054DE873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2990A-4D02-3427-CC73-3BA709B572D4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A17F7-EADA-41B5-8358-19863CA293C2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4E686-90DC-2C86-E0D9-59482A7DCA7F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8D0945-9760-E9A0-E1F1-371C5B4C8F9C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96583F4-7CC1-FC98-3DCC-C6348104FA26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D7FD1CE-8E48-9D62-A6CC-61AB5FBBB2D2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2F8A9DC-078F-00EA-F529-523E4A6AD552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BABAB20-04F0-BB1B-B42F-C3F561F7A40B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C5F883-9451-2244-0D4C-938467480745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83D8D-714C-9A91-69CA-A3F19713B15C}"/>
              </a:ext>
            </a:extLst>
          </p:cNvPr>
          <p:cNvSpPr txBox="1"/>
          <p:nvPr/>
        </p:nvSpPr>
        <p:spPr>
          <a:xfrm>
            <a:off x="1158240" y="1452018"/>
            <a:ext cx="40890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Техническое задание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2F12B0-6E42-8AB6-62D1-8E10FB4C7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975" y="2222033"/>
            <a:ext cx="5363361" cy="301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9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2495F-A34F-FDA0-F901-9423ED5E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5D31AE6-6B5A-D004-576F-E6E3DB3560C6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D6E32C-0894-1FD2-E89A-41CB4632EBED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5EFFE-55E8-0540-DC60-D324B6D5D713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CFF0B8-782A-E549-A045-05F8115D4A59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9A711-9543-48C5-2464-B5BD6D7DC6ED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2EB120-194C-4586-D8DD-B41681EC29BF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2F4A1F5-7DC5-7B16-ECBC-DB13D0239E90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028FFE8-18FD-EE81-F47D-19125CF0C0E0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63C8F24-D738-6FE3-F2C7-85483F7B0A59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53705FD-5108-E028-65D4-A53D43C2860C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65532A-307B-6C82-2693-3DA2EB0421EE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5B0B1-054D-0064-2134-E9FE7395A38E}"/>
              </a:ext>
            </a:extLst>
          </p:cNvPr>
          <p:cNvSpPr txBox="1"/>
          <p:nvPr/>
        </p:nvSpPr>
        <p:spPr>
          <a:xfrm>
            <a:off x="1158240" y="1452018"/>
            <a:ext cx="40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Расчет редуктора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B2E0BD-10D7-636F-2FF8-DCCB59028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023" y="1507564"/>
            <a:ext cx="3307576" cy="34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46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E710C-A8F1-D14A-3831-956ADEA1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06AC20-0DE7-4378-F092-DDD2D1F618E7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25115-9C12-238A-89BD-6E355DB5FEF0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27789-1288-D47A-5618-1A4CE5DD9625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AA510-A853-8DE7-3520-440E465E99E0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8BC97-3883-583D-77C3-B2AD1B85C182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FA4F4-8BBF-A137-D84A-1B0C78C8DB54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E4BAAD-2232-A88B-6CF1-816554A03DC2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A85A4F7-8388-8D8A-9141-CEF72D7E5BAB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EF2E1F2-0E1E-1891-2C2C-1C9803ECD17E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74F36C6-09B1-3668-BBC8-D0BF92928B4B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4C349-D7C4-5696-1738-1FA8CAD7E2F2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E7BB9-7F91-98F0-CC9A-7BF40A4BA79D}"/>
              </a:ext>
            </a:extLst>
          </p:cNvPr>
          <p:cNvSpPr txBox="1"/>
          <p:nvPr/>
        </p:nvSpPr>
        <p:spPr>
          <a:xfrm>
            <a:off x="1158240" y="1452018"/>
            <a:ext cx="40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Расчет редуктора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2FB219-2C4A-0AC6-248A-E51223364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023" y="1507564"/>
            <a:ext cx="3307576" cy="34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0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C4010-59CD-15B7-DC1D-2D0CCFD8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312C955-F1EE-DC36-58EF-1AF64BE1B3D9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7ACCFE-DBB9-2F2C-36D3-F943C5D0E552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33683-9927-9C52-7A90-6B8F55CFA6B3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2F3AB-5734-D6B1-48C1-845C06B80C4C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CF8D6-5A0B-293C-7482-47C956763031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B90EEE-4552-2FC4-6EA8-F7BB2426632E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588847-A2E3-59E9-1F82-E8AECC2FFFBE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C3F73D8-32E3-E7C1-01DC-928C9832D331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C8176B8-5449-9B28-74FE-740978DB23CE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4AA6687-61F2-2014-B96A-65BD25BD3FFC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36D61E-0F41-C6F0-668A-22BC17985454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1457D-3E2F-BD93-000E-6FA0FB98A627}"/>
              </a:ext>
            </a:extLst>
          </p:cNvPr>
          <p:cNvSpPr txBox="1"/>
          <p:nvPr/>
        </p:nvSpPr>
        <p:spPr>
          <a:xfrm>
            <a:off x="1158240" y="1452018"/>
            <a:ext cx="40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 err="1">
                <a:latin typeface="ALS Sector Bold" panose="02000000000000000000" pitchFamily="50" charset="0"/>
              </a:rPr>
              <a:t>Модедирование</a:t>
            </a:r>
            <a:endParaRPr lang="ru-RU" sz="3200" cap="all" dirty="0">
              <a:latin typeface="ALS Sector Bold" panose="02000000000000000000" pitchFamily="50" charset="0"/>
            </a:endParaRP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54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BBF76-7490-7054-AF73-9454AC80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BA0F7C-FD3D-4918-5AD3-0A3D481284D1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9C33D-6536-416D-C6D2-6F708BA76F9E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27C4EC-2734-423A-156A-D4CF255D9528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6F79B-8494-1F8D-28FC-3983EAEAA3DA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D65173-B888-EDFB-59E7-4DDF225D51A4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CF3DB8-F39C-145F-79AE-EB84385EF8EF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52E265-9828-6412-38D9-172E5F78FE33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9EC814F-1239-386B-2CB2-A5043987098A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C497C62-1D02-81E3-7B4F-10ADF93DACC8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587A16-0EB7-C14F-2383-4C6B8F365240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CB5741-CD2C-8FEB-3E64-FB437858B695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41851-88DA-A19F-EA91-6F75790DB2B9}"/>
              </a:ext>
            </a:extLst>
          </p:cNvPr>
          <p:cNvSpPr txBox="1"/>
          <p:nvPr/>
        </p:nvSpPr>
        <p:spPr>
          <a:xfrm>
            <a:off x="1158240" y="1452018"/>
            <a:ext cx="40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Моделирование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7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16D57-0A2C-D540-1BD4-559C8FB7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9A8609A-7F2D-E373-408B-D5EAF79F9CEF}"/>
              </a:ext>
            </a:extLst>
          </p:cNvPr>
          <p:cNvSpPr txBox="1"/>
          <p:nvPr/>
        </p:nvSpPr>
        <p:spPr>
          <a:xfrm>
            <a:off x="4640580" y="1588785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solidFill>
                  <a:srgbClr val="88BD24"/>
                </a:solidFill>
                <a:latin typeface="ALS Sector Bold" panose="02000000000000000000" pitchFamily="50" charset="0"/>
              </a:rPr>
              <a:t>Заголовок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2713F-1EF3-AC0F-BDF4-190DBD039BBB}"/>
              </a:ext>
            </a:extLst>
          </p:cNvPr>
          <p:cNvSpPr txBox="1"/>
          <p:nvPr/>
        </p:nvSpPr>
        <p:spPr>
          <a:xfrm>
            <a:off x="115824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A986A-A4CF-098E-28E1-641D192F3FF0}"/>
              </a:ext>
            </a:extLst>
          </p:cNvPr>
          <p:cNvSpPr txBox="1"/>
          <p:nvPr/>
        </p:nvSpPr>
        <p:spPr>
          <a:xfrm>
            <a:off x="4640580" y="2282205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88BD24"/>
                </a:solidFill>
                <a:latin typeface="ALS Sector Bold" panose="02000000000000000000" pitchFamily="50" charset="0"/>
              </a:rPr>
              <a:t>Подзаголовок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44E36-7A27-DC72-C40F-6537C4DC4A3C}"/>
              </a:ext>
            </a:extLst>
          </p:cNvPr>
          <p:cNvSpPr txBox="1"/>
          <p:nvPr/>
        </p:nvSpPr>
        <p:spPr>
          <a:xfrm>
            <a:off x="1158240" y="2790960"/>
            <a:ext cx="259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08D643-DE66-C342-DD99-684C15BAE69A}"/>
              </a:ext>
            </a:extLst>
          </p:cNvPr>
          <p:cNvSpPr txBox="1"/>
          <p:nvPr/>
        </p:nvSpPr>
        <p:spPr>
          <a:xfrm>
            <a:off x="1158240" y="3238159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LS Sector Regular" panose="02000000000000000000" pitchFamily="50" charset="0"/>
                <a:cs typeface="ALS Sector Regular" panose="02000000000000000000" pitchFamily="50" charset="0"/>
              </a:rPr>
              <a:t>Основной текст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6482E9-4113-D724-847B-EC4EB776D32B}"/>
              </a:ext>
            </a:extLst>
          </p:cNvPr>
          <p:cNvSpPr txBox="1"/>
          <p:nvPr/>
        </p:nvSpPr>
        <p:spPr>
          <a:xfrm>
            <a:off x="1158240" y="3691092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Подписи, комментарии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4579CD-C6CC-99F8-BF27-B8AE9E800D53}"/>
              </a:ext>
            </a:extLst>
          </p:cNvPr>
          <p:cNvSpPr/>
          <p:nvPr/>
        </p:nvSpPr>
        <p:spPr>
          <a:xfrm>
            <a:off x="4794422" y="4831491"/>
            <a:ext cx="704335" cy="704335"/>
          </a:xfrm>
          <a:prstGeom prst="rect">
            <a:avLst/>
          </a:prstGeom>
          <a:solidFill>
            <a:srgbClr val="88B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2F5F179-5188-9B25-87AE-AA7892DB782B}"/>
              </a:ext>
            </a:extLst>
          </p:cNvPr>
          <p:cNvSpPr/>
          <p:nvPr/>
        </p:nvSpPr>
        <p:spPr>
          <a:xfrm>
            <a:off x="5682049" y="4831490"/>
            <a:ext cx="704335" cy="704335"/>
          </a:xfrm>
          <a:prstGeom prst="rect">
            <a:avLst/>
          </a:prstGeom>
          <a:solidFill>
            <a:srgbClr val="006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D9B143F-E61D-AB30-5A47-A261AE9DEBC7}"/>
              </a:ext>
            </a:extLst>
          </p:cNvPr>
          <p:cNvSpPr/>
          <p:nvPr/>
        </p:nvSpPr>
        <p:spPr>
          <a:xfrm>
            <a:off x="6569676" y="4831489"/>
            <a:ext cx="704335" cy="704335"/>
          </a:xfrm>
          <a:prstGeom prst="rect">
            <a:avLst/>
          </a:prstGeom>
          <a:solidFill>
            <a:srgbClr val="75C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A9A84B-BE9B-CE0F-DA4C-ED22C2A25F80}"/>
              </a:ext>
            </a:extLst>
          </p:cNvPr>
          <p:cNvSpPr/>
          <p:nvPr/>
        </p:nvSpPr>
        <p:spPr>
          <a:xfrm>
            <a:off x="7457303" y="4831489"/>
            <a:ext cx="704335" cy="704335"/>
          </a:xfrm>
          <a:prstGeom prst="rect">
            <a:avLst/>
          </a:prstGeom>
          <a:solidFill>
            <a:srgbClr val="20A6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04B3FF-C56A-9721-621B-5112AB65AD19}"/>
              </a:ext>
            </a:extLst>
          </p:cNvPr>
          <p:cNvSpPr txBox="1"/>
          <p:nvPr/>
        </p:nvSpPr>
        <p:spPr>
          <a:xfrm>
            <a:off x="4714100" y="4239180"/>
            <a:ext cx="3447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Варианты цветов</a:t>
            </a:r>
          </a:p>
          <a:p>
            <a:r>
              <a:rPr lang="ru-RU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ALS Sector Regular" panose="02000000000000000000" pitchFamily="50" charset="0"/>
                <a:cs typeface="ALS Sector Regular" panose="02000000000000000000" pitchFamily="50" charset="0"/>
              </a:rPr>
              <a:t>для графиков, диаграмм и таблиц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B8A53-BDB7-22D8-C6B6-DD6700CA880D}"/>
              </a:ext>
            </a:extLst>
          </p:cNvPr>
          <p:cNvSpPr txBox="1"/>
          <p:nvPr/>
        </p:nvSpPr>
        <p:spPr>
          <a:xfrm>
            <a:off x="1158240" y="1452018"/>
            <a:ext cx="40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cap="all" dirty="0">
                <a:latin typeface="ALS Sector Bold" panose="02000000000000000000" pitchFamily="50" charset="0"/>
              </a:rPr>
              <a:t>Создание КД</a:t>
            </a:r>
          </a:p>
          <a:p>
            <a:endParaRPr lang="ru-RU" sz="3200" cap="all" dirty="0">
              <a:latin typeface="ALS Sector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575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04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0E637A-8DC1-4378-AC4C-2326F569C588}"/>
              </a:ext>
            </a:extLst>
          </p:cNvPr>
          <p:cNvSpPr txBox="1"/>
          <p:nvPr/>
        </p:nvSpPr>
        <p:spPr>
          <a:xfrm>
            <a:off x="1158240" y="2495565"/>
            <a:ext cx="6896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Спасибо</a:t>
            </a:r>
          </a:p>
          <a:p>
            <a:r>
              <a:rPr lang="ru-RU" sz="4000" cap="all" dirty="0">
                <a:solidFill>
                  <a:schemeClr val="bg1"/>
                </a:solidFill>
                <a:latin typeface="ALS Sector Bold" panose="02000000000000000000" pitchFamily="50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52550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256</Words>
  <Application>Microsoft Office PowerPoint</Application>
  <PresentationFormat>Широкоэкранный</PresentationFormat>
  <Paragraphs>106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ALS Sector Bold</vt:lpstr>
      <vt:lpstr>ALS Sector Regular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15</cp:revision>
  <dcterms:created xsi:type="dcterms:W3CDTF">2026-03-23T12:07:38Z</dcterms:created>
  <dcterms:modified xsi:type="dcterms:W3CDTF">2026-04-16T04:33:13Z</dcterms:modified>
</cp:coreProperties>
</file>